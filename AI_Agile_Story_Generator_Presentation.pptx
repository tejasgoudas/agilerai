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3"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Sankanagoudar, Tejasgouda" userId="b1a07304-5541-48c3-b21f-b119af919719" providerId="ADAL" clId="{F196C59A-BD96-4F47-9396-3D9BD8E4DAD3}"/>
    <pc:docChg chg="delSld">
      <pc:chgData name="S Sankanagoudar, Tejasgouda" userId="b1a07304-5541-48c3-b21f-b119af919719" providerId="ADAL" clId="{F196C59A-BD96-4F47-9396-3D9BD8E4DAD3}" dt="2026-05-14T13:03:06.380" v="1" actId="47"/>
      <pc:docMkLst>
        <pc:docMk/>
      </pc:docMkLst>
      <pc:sldChg chg="del">
        <pc:chgData name="S Sankanagoudar, Tejasgouda" userId="b1a07304-5541-48c3-b21f-b119af919719" providerId="ADAL" clId="{F196C59A-BD96-4F47-9396-3D9BD8E4DAD3}" dt="2026-05-14T12:10:55.579" v="0" actId="47"/>
        <pc:sldMkLst>
          <pc:docMk/>
          <pc:sldMk cId="0" sldId="261"/>
        </pc:sldMkLst>
      </pc:sldChg>
      <pc:sldChg chg="del">
        <pc:chgData name="S Sankanagoudar, Tejasgouda" userId="b1a07304-5541-48c3-b21f-b119af919719" providerId="ADAL" clId="{F196C59A-BD96-4F47-9396-3D9BD8E4DAD3}" dt="2026-05-14T13:03:06.380" v="1" actId="47"/>
        <pc:sldMkLst>
          <pc:docMk/>
          <pc:sldMk cId="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963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I'm going to demonstrate the AI Agile Story Generator—a tool we built to solve the tedious and often inaccurate process of manually translating massive Product Requirements Documents into actionable technical tickets in Jira.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Currently, translating a PRD into Jira stories is a massive bottleneck. PMs spend hours writing them, and often, engineers find them too vague because they lack technical specifics. We tried using standard AI, but asking one AI to act as an architect, PM, and engineer all at once just causes confusion and hallucinations.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is to stop using one AI for everything. Instead, we use a framework called CrewAI to simulate an actual software development team. We have multiple, specialized AI agents working together in an assembly line, and when they are done, the system pushes the results directly into our live Jira workspace.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quick look at the tech stack. The heavy AI lifting is done on a Python FastAPI backend using OpenAI's GPT-4o model. The user interacts with a lightning-fast React frontend, which communicates directly with Atlassian Jira's REST API.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meet the team. First, the Architect reads the document and maps out the technical architecture. Second, the PM Agent uses that map to draft stories—ensuring no fake tech is hallucinated. Finally, the Engineer Agent reviews the stories as a quality gate, adjusting story points and adding technical notes.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watching. You've seen how we can take a massive document and turn it into technically accurate Jira tickets in minutes using multi-agent orchestration. I'd love to answer any questions you have about the architecture, CrewAI, or the integration.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AI Agile Story Generator</a:t>
            </a:r>
          </a:p>
        </p:txBody>
      </p:sp>
      <p:sp>
        <p:nvSpPr>
          <p:cNvPr id="3" name="Subtitle 2"/>
          <p:cNvSpPr>
            <a:spLocks noGrp="1"/>
          </p:cNvSpPr>
          <p:nvPr>
            <p:ph type="subTitle" idx="1"/>
          </p:nvPr>
        </p:nvSpPr>
        <p:spPr/>
        <p:txBody>
          <a:bodyPr/>
          <a:lstStyle/>
          <a:p>
            <a:r>
              <a:t>Transforming PRDs into Technical Jira Stories with Multi-Agent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Bottleneck in Agile Planning</a:t>
            </a:r>
          </a:p>
        </p:txBody>
      </p:sp>
      <p:sp>
        <p:nvSpPr>
          <p:cNvPr id="3" name="Content Placeholder 2"/>
          <p:cNvSpPr>
            <a:spLocks noGrp="1"/>
          </p:cNvSpPr>
          <p:nvPr>
            <p:ph idx="1"/>
          </p:nvPr>
        </p:nvSpPr>
        <p:spPr/>
        <p:txBody>
          <a:bodyPr/>
          <a:lstStyle/>
          <a:p>
            <a:r>
              <a:t>Manual Translation is Slow: Product Managers spend hours breaking down PRDs.</a:t>
            </a:r>
          </a:p>
          <a:p>
            <a:r>
              <a:t>Lack of Technical Depth: Standard stories lack architecture or database references.</a:t>
            </a:r>
          </a:p>
          <a:p>
            <a:r>
              <a:t>Traditional AI Falls Short: Single prompts cause hallucinated or generic 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Our Solution - The AI 'Crew'</a:t>
            </a:r>
          </a:p>
        </p:txBody>
      </p:sp>
      <p:sp>
        <p:nvSpPr>
          <p:cNvPr id="3" name="Content Placeholder 2"/>
          <p:cNvSpPr>
            <a:spLocks noGrp="1"/>
          </p:cNvSpPr>
          <p:nvPr>
            <p:ph idx="1"/>
          </p:nvPr>
        </p:nvSpPr>
        <p:spPr/>
        <p:txBody>
          <a:bodyPr/>
          <a:lstStyle/>
          <a:p>
            <a:r>
              <a:t>Multi-Agent Orchestration: Powered by CrewAI.</a:t>
            </a:r>
          </a:p>
          <a:p>
            <a:r>
              <a:t>Separation of Concerns: Tasks divided among specialized AI agents.</a:t>
            </a:r>
          </a:p>
          <a:p>
            <a:r>
              <a:t>Sequential Pipeline: Context is passed down an assembly line.</a:t>
            </a:r>
          </a:p>
          <a:p>
            <a:r>
              <a:t>Direct Jira Integration: AI pushes directly to the active sprint.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Technology Stack</a:t>
            </a:r>
          </a:p>
        </p:txBody>
      </p:sp>
      <p:sp>
        <p:nvSpPr>
          <p:cNvPr id="3" name="Content Placeholder 2"/>
          <p:cNvSpPr>
            <a:spLocks noGrp="1"/>
          </p:cNvSpPr>
          <p:nvPr>
            <p:ph idx="1"/>
          </p:nvPr>
        </p:nvSpPr>
        <p:spPr/>
        <p:txBody>
          <a:bodyPr/>
          <a:lstStyle/>
          <a:p>
            <a:r>
              <a:t>The Brain (AI): CrewAI framework + OpenAI's gpt-4o.</a:t>
            </a:r>
          </a:p>
          <a:p>
            <a:r>
              <a:t>The Engine (Backend): Python &amp; FastAPI (real-time SSE streaming).</a:t>
            </a:r>
          </a:p>
          <a:p>
            <a:r>
              <a:t>The Interface (Frontend): React, Vite, and Tailwind CSS.</a:t>
            </a:r>
          </a:p>
          <a:p>
            <a:r>
              <a:t>The Integration: Direct Atlassian Jira Cloud REST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the AI Agents</a:t>
            </a:r>
          </a:p>
        </p:txBody>
      </p:sp>
      <p:sp>
        <p:nvSpPr>
          <p:cNvPr id="3" name="Content Placeholder 2"/>
          <p:cNvSpPr>
            <a:spLocks noGrp="1"/>
          </p:cNvSpPr>
          <p:nvPr>
            <p:ph idx="1"/>
          </p:nvPr>
        </p:nvSpPr>
        <p:spPr/>
        <p:txBody>
          <a:bodyPr/>
          <a:lstStyle/>
          <a:p>
            <a:r>
              <a:t>1. The Architect Agent: Builds a 'Knowledge Graph' of APIs and databases.</a:t>
            </a:r>
          </a:p>
          <a:p>
            <a:r>
              <a:t>2. The PM Agent: Drafts user stories tied to real tech components.</a:t>
            </a:r>
          </a:p>
          <a:p>
            <a:r>
              <a:t>3. The Engineer Agent: Reviews stories, adjusts complexity, ensures JSON formatting.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Questions &amp; Answers</a:t>
            </a:r>
          </a:p>
        </p:txBody>
      </p:sp>
      <p:sp>
        <p:nvSpPr>
          <p:cNvPr id="3" name="Subtitle 2"/>
          <p:cNvSpPr>
            <a:spLocks noGrp="1"/>
          </p:cNvSpPr>
          <p:nvPr>
            <p:ph type="subTitle" idx="1"/>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54</TotalTime>
  <Words>523</Words>
  <Application>Microsoft Office PowerPoint</Application>
  <PresentationFormat>On-screen Show (4:3)</PresentationFormat>
  <Paragraphs>28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AI Agile Story Generator</vt:lpstr>
      <vt:lpstr>The Bottleneck in Agile Planning</vt:lpstr>
      <vt:lpstr>Our Solution - The AI 'Crew'</vt:lpstr>
      <vt:lpstr>The Technology Stack</vt:lpstr>
      <vt:lpstr>Meet the AI Agents</vt:lpstr>
      <vt:lpstr>Questions &amp; Answers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 Sankanagoudar, Tejasgouda</cp:lastModifiedBy>
  <cp:revision>1</cp:revision>
  <dcterms:created xsi:type="dcterms:W3CDTF">2013-01-27T09:14:16Z</dcterms:created>
  <dcterms:modified xsi:type="dcterms:W3CDTF">2026-05-14T13:03:15Z</dcterms:modified>
  <cp:category/>
</cp:coreProperties>
</file>